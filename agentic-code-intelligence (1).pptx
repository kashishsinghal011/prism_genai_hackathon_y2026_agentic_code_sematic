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6478"/>
                </a:solidFill>
                <a:latin typeface="Arial"/>
              </a:defRPr>
            </a:pPr>
            <a:r>
              <a:rPr sz="1300" b="0" i="0" u="none" strike="noStrike">
                <a:solidFill>
                  <a:srgbClr val="5B6478"/>
                </a:solidFill>
                <a:latin typeface="Arial"/>
              </a:rPr>
              <a:t>NDCG@10 on held-out queries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B4BBD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4BB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BB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4BB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Dense only</c:v>
                  </c:pt>
                  <c:pt idx="1">
                    <c:v>Hybrid, default weights</c:v>
                  </c:pt>
                  <c:pt idx="2">
                    <c:v>BM25 only</c:v>
                  </c:pt>
                  <c:pt idx="3">
                    <c:v>Full, tuned weights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0.165</c:v>
                </c:pt>
                <c:pt idx="1">
                  <c:v>0.408</c:v>
                </c:pt>
                <c:pt idx="2">
                  <c:v>0.518</c:v>
                </c:pt>
                <c:pt idx="3">
                  <c:v>0.533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Code Intelligence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code from a plain-English question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Saanjal Jain, Chakshu Arora, Dhirty Bansal, Kashish Singhal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and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names don't say what code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42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is the input preprocessed before it goes to the main function?”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finds none of these by name. The right answer is the one called normalize, and it ranks first only if the system understands intent.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0" y="1682496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normalize(str)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9222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str2 = str.strip()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forward(str2)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56032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871216"/>
            <a:ext cx="384048" cy="384048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805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688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check(s)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9809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= s[:6]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pre == "en-US"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4059936"/>
            <a:ext cx="384048" cy="384048"/>
          </a:xfrm>
          <a:prstGeom prst="ellipse">
            <a:avLst/>
          </a:prstGeom>
          <a:solidFill>
            <a:srgbClr val="9AA3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8770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perf(str)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1696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act(A, str):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act(B, str)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searches, one ranking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627632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1460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identifiers, file names, libraries. Tag the query type.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67128" y="146304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/>
        </p:spPr>
      </p:sp>
      <p:sp>
        <p:nvSpPr>
          <p:cNvPr id="10" name="Shape 8"/>
          <p:cNvSpPr/>
          <p:nvPr/>
        </p:nvSpPr>
        <p:spPr>
          <a:xfrm>
            <a:off x="2304288" y="16276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0428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04288" y="251460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(FAISS), keywords (BM25) and exact names, side by side.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85616" y="146304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922776" y="1627632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22776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22776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251460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the scores. Weights shift with query type.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04104" y="146304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541264" y="1627632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4126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41264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41264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251460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the top candidates using function names, paths, call graph.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22592" y="1463040"/>
            <a:ext cx="1463040" cy="2377440"/>
          </a:xfrm>
          <a:prstGeom prst="roundRect">
            <a:avLst>
              <a:gd name="adj" fmla="val 5000"/>
            </a:avLst>
          </a:prstGeom>
          <a:solidFill>
            <a:srgbClr val="F3F5F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59752" y="1627632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597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597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159752" y="2148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59752" y="251460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same function across commits.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CPU. Only the top 50 candidates are reranked.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changes every commit. The index keeps up.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finds the changed files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94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files are re-parsed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or edited functions are re-embedded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428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57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work comes from a cache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00600" y="1554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 of 4,000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recomputed when 30% of functions changed. 2,800 reused.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800600" y="3246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 → 0%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results in the top 10 when searching across two versions of a renamed function.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refactors (rename plus comment), 4,000 functions, 127 queries.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and where it fell short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 ms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 at 100,000 snippets, on one CPU core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30175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CPU-only fallback encoder, default hybrid weights scored below plain BM25. Tuning closed the gap; the gain over BM25 is within noise.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benchmark: 20K Python functions, 250 held-out queries. Not CoIR AppsRetrieval; that run is pending.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ask, get the function and its lines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2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input normalized before reaching the main function?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237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 · lines 4–7  ·  name, meaning and keywords all match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sanitize_input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3924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 · lines 10–13  ·  same file, related cleanup step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971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611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 · lines 20–21  ·  defines the identifier named in the query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840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0.39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hand-written sample repo; shows behaviour, not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names and meaning need each other. Neither channel wins alone.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expansion and call-graph features did not help on docstring queries.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a pretrained code encoder and re-tune the weights.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official AppsRetrieval evaluation.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tree-sitter parsing and a resolved call graph.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2026-09-30T07:26:39Z</dcterms:created>
  <dcterms:modified xsi:type="dcterms:W3CDTF">2026-09-30T07:26:39Z</dcterms:modified>
</cp:coreProperties>
</file>